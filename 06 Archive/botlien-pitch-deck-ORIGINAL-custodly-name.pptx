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8A3D"/>
                </a:solidFill>
                <a:latin typeface="Consolas"/>
              </a:rPr>
              <a:t>CUSTODLY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Collateral Truth Layer for Robot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DDE8F0"/>
                </a:solidFill>
                <a:latin typeface="Calibri"/>
              </a:rPr>
              <a:t>Live telemetry from every financed robot, turned into the risk signal lenders don't have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Antonio D'Angelo  +  Samuel 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DE8F0"/>
                </a:solidFill>
                <a:latin typeface="Consolas"/>
              </a:rPr>
              <a:t>Pre-Seed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F26"/>
                </a:solidFill>
                <a:latin typeface="Calibri"/>
              </a:rPr>
              <a:t>Lenders finance robots blind, then find out something's wrong when a payment doesn't show up.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3736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057400"/>
            <a:ext cx="6675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Robots are becoming standard financeable assets.  </a:t>
            </a:r>
            <a:r>
              <a:rPr b="0" sz="1450">
                <a:solidFill>
                  <a:srgbClr val="5B6675"/>
                </a:solidFill>
                <a:latin typeface="Calibri"/>
              </a:rPr>
              <a:t>Equipment lessors now file them next to CNC machines and forklifts, not as exotic credit cases.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But underwriting still relies on paperwork, not the asset itself.  </a:t>
            </a:r>
            <a:r>
              <a:rPr b="0" sz="1450">
                <a:solidFill>
                  <a:srgbClr val="5B6675"/>
                </a:solidFill>
                <a:latin typeface="Calibri"/>
              </a:rPr>
              <a:t>A robot on a loan behaves exactly like any other piece of collateral to the lender: invisible between payments.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These robots already report their own activity, live.  </a:t>
            </a:r>
            <a:r>
              <a:rPr b="0" sz="1450">
                <a:solidFill>
                  <a:srgbClr val="5B6675"/>
                </a:solidFill>
                <a:latin typeface="Calibri"/>
              </a:rPr>
              <a:t>Every deployed unit talks to its own maker's cloud API constantly. That signal exists. No lender is using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The result: defaults get discovered late, not predicted early.  </a:t>
            </a:r>
            <a:r>
              <a:rPr b="0" sz="1450">
                <a:solidFill>
                  <a:srgbClr val="5B6675"/>
                </a:solidFill>
                <a:latin typeface="Calibri"/>
              </a:rPr>
              <a:t>By the time a payment is missed, the robot may have been idle, damaged, or repossessed by someone else for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$16.7B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974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Global industrial robot installation value, an all-time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5204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130,000+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Pudu units alone already shipped to 50,000+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Custodly connects directly to the financed robot's own API and gives the lender a live risk view for the life of the loan.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Built for one customer: the lender. Not the operator, not the OEM, not the insurer, one clear buyer, one clear job.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Borrower authorizes API access to the specific financed robot as a condition of the loan, the same way GPS trackers or insurance proof are already standard collateral conditions in secured lending.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Utilization, uptime, and status flow into a single risk score and early-warning flags, not a raw data feed nobody has time to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5"/>
                </a:solidFill>
                <a:latin typeface="Calibri"/>
              </a:rPr>
              <a:t>The closest real-world pattern: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3E6E96"/>
                </a:solidFill>
                <a:latin typeface="Calibri"/>
              </a:rPr>
              <a:t>“Plaid for robot collateral.” Plaid doesn't lend money, it connects a borrower's data to whoever needs to see it. Custodly does the same thing for a robot's live activity instead of a bank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Four steps, from loan signing to ongoing risk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Loan 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Borrower authorizes API access to the financed robot as a loan condition.</a:t>
            </a:r>
          </a:p>
        </p:txBody>
      </p:sp>
      <p:sp>
        <p:nvSpPr>
          <p:cNvPr id="9" name="Chevron 8"/>
          <p:cNvSpPr/>
          <p:nvPr/>
        </p:nvSpPr>
        <p:spPr>
          <a:xfrm>
            <a:off x="31363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Robot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Custodly links to the OEM's cloud API (Pudu, Bear, and others as coverage expands).</a:t>
            </a:r>
          </a:p>
        </p:txBody>
      </p:sp>
      <p:sp>
        <p:nvSpPr>
          <p:cNvPr id="14" name="Chevron 13"/>
          <p:cNvSpPr/>
          <p:nvPr/>
        </p:nvSpPr>
        <p:spPr>
          <a:xfrm>
            <a:off x="58795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Telemetry Normalized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Utilization, uptime, status, and location are unified across brands into one schema.</a:t>
            </a:r>
          </a:p>
        </p:txBody>
      </p:sp>
      <p:sp>
        <p:nvSpPr>
          <p:cNvPr id="19" name="Chevron 18"/>
          <p:cNvSpPr/>
          <p:nvPr/>
        </p:nvSpPr>
        <p:spPr>
          <a:xfrm>
            <a:off x="86227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Lender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Risk score and early-warning flags, per loan, per portfolio, updated continuously.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Three things are true at the same time, right now, that weren't true two years ago.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8308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Robots are already deployed at real scale.  </a:t>
            </a:r>
            <a:r>
              <a:rPr b="0" sz="1500">
                <a:solidFill>
                  <a:srgbClr val="5B6675"/>
                </a:solidFill>
                <a:latin typeface="Calibri"/>
              </a:rPr>
              <a:t>Pudu alone: 130,000+ units, 50,000+ customers, 85+ countries. This is not a future market.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The equipment finance industry is already reclassifying robots as standard assets.  </a:t>
            </a:r>
            <a:r>
              <a:rPr b="0" sz="1500">
                <a:solidFill>
                  <a:srgbClr val="5B6675"/>
                </a:solidFill>
                <a:latin typeface="Calibri"/>
              </a:rPr>
              <a:t>Lessors now underwrite robots next to CNC machines and forklifts, not as exotic, bespoke credit.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Real capital is already chasing robot financing.  </a:t>
            </a:r>
            <a:r>
              <a:rPr b="0" sz="1500">
                <a:solidFill>
                  <a:srgbClr val="5B6675"/>
                </a:solidFill>
                <a:latin typeface="Calibri"/>
              </a:rPr>
              <a:t>Cardinal Robotics alone has deployed $800M specifically into RaaS and hardware financing, live FANUC partnership announced at Automate 2026.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The API infrastructure already exists and is already open.  </a:t>
            </a:r>
            <a:r>
              <a:rPr b="0" sz="1500">
                <a:solidFill>
                  <a:srgbClr val="5B6675"/>
                </a:solidFill>
                <a:latin typeface="Calibri"/>
              </a:rPr>
              <a:t>Pudu and Bear Robotics both publish documented, third-party cloud APIs today. Nothing needs to be invented 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A real, growing, already-financed asset base.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$16.7B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Global industrial robot installation value (IFR)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$800M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Already deployed by one lender (Cardinal Robotics) into RaaS financing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$8-15/hr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Current RaaS pricing floor, pulling mid-market operators into financed, not cash, 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675"/>
                </a:solidFill>
                <a:latin typeface="Calibri"/>
              </a:rPr>
              <a:t>The real precedent for this shape of business, done in an adjacent industry: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CDK Global  </a:t>
            </a:r>
            <a:r>
              <a:rPr b="0" sz="1400">
                <a:solidFill>
                  <a:srgbClr val="5B6675"/>
                </a:solidFill>
                <a:latin typeface="Calibri"/>
              </a:rPr>
              <a:t>acquired for $8.3B in 2022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Solera Holdings  </a:t>
            </a:r>
            <a:r>
              <a:rPr b="0" sz="1400">
                <a:solidFill>
                  <a:srgbClr val="5B6675"/>
                </a:solidFill>
                <a:latin typeface="Calibri"/>
              </a:rPr>
              <a:t>acquired for ~$6.5B, now $2B+ annual revenue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Mitchell International  </a:t>
            </a:r>
            <a:r>
              <a:rPr b="0" sz="1400">
                <a:solidFill>
                  <a:srgbClr val="5B6675"/>
                </a:solidFill>
                <a:latin typeface="Calibri"/>
              </a:rPr>
              <a:t>valued in the multi-billions across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E6E96"/>
                </a:solidFill>
                <a:latin typeface="Calibri"/>
              </a:rPr>
              <a:t>All three became large by owning the neutral data layer between manufacturers, operators, and insurers in automotive. Same shape, different asset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F26"/>
                </a:solidFill>
                <a:latin typeface="Calibri"/>
              </a:rPr>
              <a:t>The closest player is real, but building for a different robot and a different customer.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82880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6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3383280" cy="502920"/>
          </a:xfrm>
          <a:prstGeom prst="rect">
            <a:avLst/>
          </a:prstGeom>
          <a:solidFill>
            <a:srgbClr val="DD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6"/>
                </a:solidFill>
                <a:latin typeface="Calibri"/>
              </a:rPr>
              <a:t>RobotCare (Robot Health Passport)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828800"/>
            <a:ext cx="3383280" cy="5029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Custodly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Robot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68880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Humanoid only, 15 OEM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68880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Already-deployed service robots (Pudu, Bear, expanding)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090672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182112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Primary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82112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Fleet operator (maintenance &amp; uptime)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82112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Lender, one customer, one job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803904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895344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895344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Pre-seed, solo founder, zero pilots, zero signed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95344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Pre-build, two-person team, clear MVP scope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517136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608576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Patent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608576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One specific valuation algorithm (HR IV™)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08576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Open, different model, different asset class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5230368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321808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Access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32180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Builds its own cross-OEM trust layer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32180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Uses already-open, documented OEM APIs today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5943600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SaaS, sold to lenders, priced per monitored loan.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1 — Monitoring SaaS.  </a:t>
            </a:r>
            <a:r>
              <a:rPr b="0" sz="1500">
                <a:solidFill>
                  <a:srgbClr val="5B6675"/>
                </a:solidFill>
                <a:latin typeface="Calibri"/>
              </a:rPr>
              <a:t>Per-robot, per-month fee to lenders for live risk visibility on financed collateral. No lending license required, no balance sheet risk.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2 — Risk scoring as a service.  </a:t>
            </a:r>
            <a:r>
              <a:rPr b="0" sz="1500">
                <a:solidFill>
                  <a:srgbClr val="5B6675"/>
                </a:solidFill>
                <a:latin typeface="Calibri"/>
              </a:rPr>
              <a:t>License the underwriting model itself to equipment lenders evaluating new robot loans, not just monitoring existing ones.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3 — The data asset.  </a:t>
            </a:r>
            <a:r>
              <a:rPr b="0" sz="1500">
                <a:solidFill>
                  <a:srgbClr val="5B6675"/>
                </a:solidFill>
                <a:latin typeface="Calibri"/>
              </a:rPr>
              <a:t>Aggregated, anonymized performance and default-correlation data becomes the actuarial foundation nobody else has, licensable to insurers and larger lenders.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Why this structure  </a:t>
            </a:r>
            <a:r>
              <a:rPr b="0" sz="1500">
                <a:solidFill>
                  <a:srgbClr val="5B6675"/>
                </a:solidFill>
                <a:latin typeface="Calibri"/>
              </a:rPr>
              <a:t>Each phase is a natural, low-risk expansion of the one before it. No phase requires becoming a licensed lender.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First 6 months.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96596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68096" y="213055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0195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Build Pudu + Bear API integration and normalization layer. Ship the MVP risk dashboard.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7180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68096" y="313639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2926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0779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Land one design partner lender or equipment finance company willing to pilot on real loans.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7764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68096" y="414223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3931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91363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Run the pilot on a real, small portfolio. Calibrate the risk-scoring model against real outcomes.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98348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37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4-6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Expand robot brand coverage. Formalize pricing. Begin outreach to additional lenders using pilot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Two people, two sides of the same problem.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A1F26"/>
                </a:solidFill>
                <a:latin typeface="Calibri"/>
              </a:rPr>
              <a:t>Antonio D'Angelo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A3D"/>
                </a:solidFill>
                <a:latin typeface="Consolas"/>
              </a:rPr>
              <a:t>Finance / GTM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Fixed income analyst, Titan Capital Management, co-directs $1M of a $4M portfolio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Equity analyst, CSUF Student Managed Investment Fund, $50K portfolio under CFA standards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RevOps/GTM analyst, Parsec Automation, builds LLM-based automation for enterprise GTM workflows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Prior VC analyst experience, Sunset Ventures, SaaS deal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A1F26"/>
                </a:solidFill>
                <a:latin typeface="Calibri"/>
              </a:rPr>
              <a:t>Samuel Kim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A3D"/>
                </a:solidFill>
                <a:latin typeface="Consolas"/>
              </a:rPr>
              <a:t>Backend / Data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7432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Building the OEM API integration and telemetry normalization layer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Titan Capital Management teammate, brings shared financial context to the technical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CUSTODLY  //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Pre-seed. Building toward one signed design partner and a working pilot.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920240"/>
            <a:ext cx="10881360" cy="0"/>
          </a:xfrm>
          <a:prstGeom prst="line">
            <a:avLst/>
          </a:prstGeom>
          <a:ln w="12700">
            <a:solidFill>
              <a:srgbClr val="3E6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28600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Six-month target: Pudu + Bear coverage live, one design partner lender, one real pilot portfolio.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This is not a request to become a licensed lender, this is a monitoring and risk-data product, no balance sheet risk.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The window is open now: the closest competitor is humanoid-only, solo-founder, pre-pilot, and building for a market that doesn't exist at scale yet. This one already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Antonio D'Angelo  ·  antoniosdangeloo@gmail.com  ·  (949) 842-9041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